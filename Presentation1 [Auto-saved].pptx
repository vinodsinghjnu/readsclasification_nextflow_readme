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81"/>
  </p:normalViewPr>
  <p:slideViewPr>
    <p:cSldViewPr showGuides="1">
      <p:cViewPr varScale="1">
        <p:scale>
          <a:sx n="116" d="100"/>
          <a:sy n="116" d="100"/>
        </p:scale>
        <p:origin x="20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6DAC-8FD7-5C29-82EF-47DE16C46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B4F11-D6C2-32EE-1786-7E69E4133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E887F-A768-9A53-E646-5B4B9A0E7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3223-DB1F-4248-A86D-A7B590E006F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F2D50-C8A4-3FF4-A7DD-E8E270A1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F94A8-0F7C-E26E-6A10-82C73007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BF003-6980-2E4D-B268-C953288E2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1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40319-8887-0B03-E43E-65E399C0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98C3D-E4B3-76C6-7FE7-BA2FE0A54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9BE04-B376-8A20-86D8-2D95D668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3223-DB1F-4248-A86D-A7B590E006F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B5789-A8A3-A87D-AEEB-C034DB2D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3CD97-0717-4B90-03C1-6B924BBF5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BF003-6980-2E4D-B268-C953288E2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5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F21E1-2E77-7A89-BB70-CB7C051FF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ED7F5-83BC-B319-7463-F8FD7D9FF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110C6-FE96-31E3-40DD-715B0834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3223-DB1F-4248-A86D-A7B590E006F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B855C-76FA-347B-0E87-3BB745054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C95A8-8FDA-B1CA-A0B2-A2044E46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BF003-6980-2E4D-B268-C953288E2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4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EE3A8-E147-ED80-296B-F46262A4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42894-ED57-3242-9D1D-218E0826D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6D4BA-4428-A6DC-6A87-BF67BF0FD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3A9CA-9BF8-5F95-7334-B666F23B9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3223-DB1F-4248-A86D-A7B590E006F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8D8BB-C5A1-ECE5-067E-006B46600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C5854-6F75-CB35-7FAA-ECEE6B61F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BF003-6980-2E4D-B268-C953288E2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83C8-FCF2-D5B4-FAC2-0E7A956D1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23489-D2F5-5EC3-AE14-3B90810BF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22DC8-D0F5-C1B4-8D44-2A77459DD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75C63-A0D8-6E9D-FD97-20309E1C28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5300A-7BEF-D628-CAB1-E05EF6BA71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9DF777-9E26-CDD7-140F-1E054EBB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3223-DB1F-4248-A86D-A7B590E006F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7165AB-283E-56EA-52BE-1765DCCE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1EBAD-A775-EFCD-72D2-21D8195C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BF003-6980-2E4D-B268-C953288E2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6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C5720-72BC-5B1E-9424-FB166DCBA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0B096-B6BC-E608-FF3F-2940278D5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3223-DB1F-4248-A86D-A7B590E006F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8551A-9405-5AC2-42C3-169CAA5B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1521C-A882-28D8-37A6-4FDF7574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BF003-6980-2E4D-B268-C953288E2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3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CCEB85-53C8-BDA5-14F0-51043A13E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3223-DB1F-4248-A86D-A7B590E006F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36489A-F199-AAA1-482F-A6BE1B4C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03192-7B31-7F07-7974-5D74AFDCA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BF003-6980-2E4D-B268-C953288E2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29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F357F-7DA5-46FA-6D87-FE55A4F2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A5BBD-F521-4577-7D36-072A27288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F84BD-8670-BBAB-B024-0A6406FD1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EAB83-B6AE-78D6-96B9-F94D0456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3223-DB1F-4248-A86D-A7B590E006F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784F8-2DFC-0CDF-7DD2-2C369132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3FA37-F8ED-0BA4-B03C-2A37E674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BF003-6980-2E4D-B268-C953288E2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34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FB8BC-EA98-0509-7E79-E7811AEB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1FCF2-DA71-6A95-6B99-6A9194A32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F9462-61F0-3334-5CAF-20858652C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D4D0D-3FCB-51F0-8C1A-4F6F1E07C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3223-DB1F-4248-A86D-A7B590E006F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6C298-B183-E7D1-109B-82F658431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3671A-7C25-A7FD-323D-323796BC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BF003-6980-2E4D-B268-C953288E2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6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20C2A-64AB-AE25-7164-C10B914F6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9C0C1-2434-EC20-BF04-9CB49D398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3FEB9-E695-CA4E-0FBC-4949D06D3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3223-DB1F-4248-A86D-A7B590E006F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E86B7-75CB-BE9C-A319-05E1082B3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B02C0-3BF4-484E-D987-30E0F2BB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BF003-6980-2E4D-B268-C953288E2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21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9D7049-645F-8E15-5E70-E4C3BC04B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E667FF-D642-0FED-2763-3442E88F8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6D0CF-3017-70C8-CE26-6364DA6EA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3223-DB1F-4248-A86D-A7B590E006F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FE4E-3225-D530-33A9-BFEF40098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86154-3ECE-4BF3-DEAD-F4E70757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BF003-6980-2E4D-B268-C953288E2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2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306A06-A90D-E2A8-FAB7-B991BDA0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772E7-94BD-A02A-9CE0-BD76BBC6D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4319F-CD51-38F6-C9D5-30F178D56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E3223-DB1F-4248-A86D-A7B590E006F9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2B200-38D8-F3EA-C975-73439BC1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FE8D9-E364-90C2-88A3-244959DEED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BF003-6980-2E4D-B268-C953288E2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94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311794-1DF3-4AF8-6EB0-70302EFFC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799" y="1"/>
            <a:ext cx="6804374" cy="680437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3399264-3DE6-6455-4794-E5828B6A8FAD}"/>
              </a:ext>
            </a:extLst>
          </p:cNvPr>
          <p:cNvSpPr/>
          <p:nvPr/>
        </p:nvSpPr>
        <p:spPr>
          <a:xfrm>
            <a:off x="1460485" y="2393885"/>
            <a:ext cx="135015" cy="1350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EF9624-9B4A-851F-5831-7E00136E5AE8}"/>
              </a:ext>
            </a:extLst>
          </p:cNvPr>
          <p:cNvSpPr txBox="1"/>
          <p:nvPr/>
        </p:nvSpPr>
        <p:spPr>
          <a:xfrm>
            <a:off x="1806766" y="434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2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vinod singh</dc:creator>
  <cp:lastModifiedBy>vinod singh</cp:lastModifiedBy>
  <cp:revision>2</cp:revision>
  <dcterms:created xsi:type="dcterms:W3CDTF">2026-04-09T10:12:21Z</dcterms:created>
  <dcterms:modified xsi:type="dcterms:W3CDTF">2026-04-23T21:59:01Z</dcterms:modified>
</cp:coreProperties>
</file>